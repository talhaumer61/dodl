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7/7/2024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7/7/2024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7/7/2024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7/7/2024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7/7/2024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7/7/2024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7/7/2024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7/7/2024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7/7/2024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7/7/2024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7/7/2024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7/7/2024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Graph theory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Lec</a:t>
            </a:r>
            <a:r>
              <a:rPr lang="en-US" dirty="0" smtClean="0"/>
              <a:t> 17 and 18 by Dr. </a:t>
            </a:r>
            <a:r>
              <a:rPr lang="en-US" dirty="0" smtClean="0"/>
              <a:t>M. </a:t>
            </a:r>
            <a:r>
              <a:rPr lang="en-US" dirty="0" err="1" smtClean="0"/>
              <a:t>Haris</a:t>
            </a:r>
            <a:r>
              <a:rPr lang="en-US" dirty="0" smtClean="0"/>
              <a:t> </a:t>
            </a:r>
            <a:r>
              <a:rPr lang="en-US" smtClean="0"/>
              <a:t>Mateen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1684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7" y="1023937"/>
            <a:ext cx="9305925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52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7" y="857250"/>
            <a:ext cx="93440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68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1419225"/>
            <a:ext cx="98107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53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1390650"/>
            <a:ext cx="912495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24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87" y="1971675"/>
            <a:ext cx="9039225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84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123950"/>
            <a:ext cx="93345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2105025"/>
            <a:ext cx="906780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01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857250"/>
            <a:ext cx="9239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012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37" y="1928812"/>
            <a:ext cx="892492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65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890587"/>
            <a:ext cx="88392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94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014537"/>
            <a:ext cx="868680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66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738312"/>
            <a:ext cx="685800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8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852487"/>
            <a:ext cx="91059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03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952500"/>
            <a:ext cx="916305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33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790575"/>
            <a:ext cx="931545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563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412" y="1285875"/>
            <a:ext cx="863917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0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1738312"/>
            <a:ext cx="773430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97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7" y="923925"/>
            <a:ext cx="8886825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29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847725"/>
            <a:ext cx="912495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573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30</TotalTime>
  <Words>13</Words>
  <Application>Microsoft Office PowerPoint</Application>
  <PresentationFormat>Widescreen</PresentationFormat>
  <Paragraphs>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Century Gothic</vt:lpstr>
      <vt:lpstr>Garamond</vt:lpstr>
      <vt:lpstr>Savon</vt:lpstr>
      <vt:lpstr>Graph theory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theory</dc:title>
  <dc:creator>faraha</dc:creator>
  <cp:lastModifiedBy>haier</cp:lastModifiedBy>
  <cp:revision>4</cp:revision>
  <dcterms:created xsi:type="dcterms:W3CDTF">2020-07-03T19:37:06Z</dcterms:created>
  <dcterms:modified xsi:type="dcterms:W3CDTF">2024-07-07T05:55:30Z</dcterms:modified>
</cp:coreProperties>
</file>